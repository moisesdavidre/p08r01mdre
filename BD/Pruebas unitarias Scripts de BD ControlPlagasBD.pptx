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92" r:id="rId5"/>
    <p:sldId id="299" r:id="rId6"/>
    <p:sldId id="297" r:id="rId7"/>
    <p:sldId id="261" r:id="rId8"/>
    <p:sldId id="315" r:id="rId9"/>
    <p:sldId id="31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78" d="100"/>
          <a:sy n="78" d="100"/>
        </p:scale>
        <p:origin x="878" y="6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>
            <a:normAutofit fontScale="90000"/>
          </a:bodyPr>
          <a:lstStyle/>
          <a:p>
            <a:r>
              <a:rPr lang="en-US" altLang="zh-CN" dirty="0" err="1"/>
              <a:t>Pruebas</a:t>
            </a:r>
            <a:r>
              <a:rPr lang="en-US" altLang="zh-CN" dirty="0"/>
              <a:t> </a:t>
            </a:r>
            <a:r>
              <a:rPr lang="en-US" altLang="zh-CN" dirty="0" err="1"/>
              <a:t>unitarias</a:t>
            </a:r>
            <a:r>
              <a:rPr lang="en-US" altLang="zh-CN" dirty="0"/>
              <a:t> Scripts de BD </a:t>
            </a:r>
            <a:r>
              <a:rPr lang="en-US" dirty="0" err="1"/>
              <a:t>ControlPlagasDB</a:t>
            </a:r>
            <a:br>
              <a:rPr lang="en-US"/>
            </a:b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P08R01MDRE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1725" cy="1314450"/>
          </a:xfrm>
        </p:spPr>
        <p:txBody>
          <a:bodyPr>
            <a:normAutofit/>
          </a:bodyPr>
          <a:lstStyle/>
          <a:p>
            <a:r>
              <a:rPr lang="en-US" dirty="0"/>
              <a:t>Moisés David Ramón Esteban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9052A1-7D0D-9FCD-8F23-ECB89BA0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5316476"/>
            <a:ext cx="4149213" cy="1084006"/>
          </a:xfrm>
        </p:spPr>
        <p:txBody>
          <a:bodyPr/>
          <a:lstStyle/>
          <a:p>
            <a:r>
              <a:rPr lang="es-MX" dirty="0"/>
              <a:t>Creación de Base de Datos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6D82EC-5AB2-EFDE-6A8E-99E237D42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637" y="375660"/>
            <a:ext cx="8676410" cy="469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3557"/>
            <a:ext cx="4320791" cy="676656"/>
          </a:xfrm>
        </p:spPr>
        <p:txBody>
          <a:bodyPr lIns="0" anchor="b" anchorCtr="0">
            <a:normAutofit/>
          </a:bodyPr>
          <a:lstStyle/>
          <a:p>
            <a:r>
              <a:rPr lang="en-US" dirty="0" err="1"/>
              <a:t>Creación</a:t>
            </a:r>
            <a:r>
              <a:rPr lang="en-US" dirty="0"/>
              <a:t> de </a:t>
            </a:r>
            <a:r>
              <a:rPr lang="en-US" dirty="0" err="1"/>
              <a:t>tablas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F1C551A-B7AA-EFC7-3656-85B08A26CC60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3</a:t>
            </a:fld>
            <a:endParaRPr lang="en-US" altLang="zh-CN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2450F-0746-EB3E-CF40-20B516E2F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866" y="1034471"/>
            <a:ext cx="7742268" cy="54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0" y="749808"/>
            <a:ext cx="3230880" cy="510032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Carga </a:t>
            </a:r>
            <a:r>
              <a:rPr lang="en-US" dirty="0" err="1"/>
              <a:t>inicial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AF7A1-FFEF-B416-8E28-9A6EC8778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55" y="1689947"/>
            <a:ext cx="9978736" cy="452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C7DBE-B271-D0AB-D444-7B56C258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D326D7-B3E6-07F8-9BA7-9D094F2F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59" y="970471"/>
            <a:ext cx="7578021" cy="716089"/>
          </a:xfrm>
        </p:spPr>
        <p:txBody>
          <a:bodyPr lIns="0" anchor="t" anchorCtr="0">
            <a:normAutofit fontScale="90000"/>
          </a:bodyPr>
          <a:lstStyle/>
          <a:p>
            <a:pPr>
              <a:spcBef>
                <a:spcPts val="1500"/>
              </a:spcBef>
            </a:pPr>
            <a:r>
              <a:rPr lang="es-MX" dirty="0"/>
              <a:t>Ejecución de Contingencia (Tables)</a:t>
            </a:r>
            <a:endParaRPr lang="en-US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DFAF26E6-7832-D051-4DE9-804F0B4E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9F30ED57-1C81-98B6-2496-DAB21FAA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5</a:t>
            </a:fld>
            <a:endParaRPr lang="en-US" altLang="zh-CN" noProof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CDC729-054C-384B-FE6B-168B8F8A4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378" y="1823935"/>
            <a:ext cx="7469951" cy="457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7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6B38-EF92-56A1-E3E9-6DCDFF25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6801917-BD8B-EE6F-A4F2-483869E2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11" y="638875"/>
            <a:ext cx="7578021" cy="716089"/>
          </a:xfrm>
        </p:spPr>
        <p:txBody>
          <a:bodyPr lIns="0" anchor="t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s-MX" dirty="0"/>
              <a:t>Ejecución de Contingencia (DB)</a:t>
            </a:r>
            <a:endParaRPr lang="en-US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69E9648-9570-E7D5-76B3-44777D24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903EB9E4-9B9D-1EF1-A2A9-B9BB0F37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6</a:t>
            </a:fld>
            <a:endParaRPr lang="en-US" altLang="zh-CN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3E9C67-1D34-D895-B9E3-F360F0A7B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62" y="1463850"/>
            <a:ext cx="9580307" cy="511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928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{EDE5C082-FDDA-4B79-8249-9B1D0AFD4E00}TF63aebcec-8e39-4664-940a-dd6c2f00c54d020a9832_win32-3cdd3ee32610</Template>
  <TotalTime>51</TotalTime>
  <Words>44</Words>
  <Application>Microsoft Office PowerPoint</Application>
  <PresentationFormat>Widescreen</PresentationFormat>
  <Paragraphs>15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Pruebas unitarias Scripts de BD ControlPlagasDB   P08R01MDRE</vt:lpstr>
      <vt:lpstr>Creación de Base de Datos</vt:lpstr>
      <vt:lpstr>Creación de tablas</vt:lpstr>
      <vt:lpstr>Carga inicial</vt:lpstr>
      <vt:lpstr>Ejecución de Contingencia (Tables)</vt:lpstr>
      <vt:lpstr>Ejecución de Contingencia (DB)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Moisés David Ramón Esteban</dc:creator>
  <cp:lastModifiedBy>Moisés David Ramón Esteban</cp:lastModifiedBy>
  <cp:revision>4</cp:revision>
  <dcterms:created xsi:type="dcterms:W3CDTF">2026-03-22T20:36:04Z</dcterms:created>
  <dcterms:modified xsi:type="dcterms:W3CDTF">2026-04-06T15:37:09Z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